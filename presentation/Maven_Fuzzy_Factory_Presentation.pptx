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b6c1eb24004272" /><Relationship Type="http://schemas.openxmlformats.org/officeDocument/2006/relationships/extended-properties" Target="/docProps/app.xml" Id="R331b87acb6a249ac" /><Relationship Type="http://schemas.openxmlformats.org/officeDocument/2006/relationships/officeDocument" Target="/ppt/presentation.xml" Id="R19c860ab0ec742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e4524e85fd48dc"/>
  </p:sldMasterIdLst>
  <p:notesMasterIdLst>
    <p:notesMasterId xmlns:r="http://schemas.openxmlformats.org/officeDocument/2006/relationships" r:id="R54b2c7c768c54c42"/>
  </p:notesMasterIdLst>
  <p:sldIdLst>
    <p:sldId xmlns:r="http://schemas.openxmlformats.org/officeDocument/2006/relationships" id="256" r:id="R23ac4256f2c34f39"/>
    <p:sldId xmlns:r="http://schemas.openxmlformats.org/officeDocument/2006/relationships" id="257" r:id="R850233780305421e"/>
    <p:sldId xmlns:r="http://schemas.openxmlformats.org/officeDocument/2006/relationships" id="258" r:id="R6f1f373bc6824d23"/>
    <p:sldId xmlns:r="http://schemas.openxmlformats.org/officeDocument/2006/relationships" id="259" r:id="R9452f192b07c48de"/>
    <p:sldId xmlns:r="http://schemas.openxmlformats.org/officeDocument/2006/relationships" id="260" r:id="R76940bde61444c16"/>
    <p:sldId xmlns:r="http://schemas.openxmlformats.org/officeDocument/2006/relationships" id="261" r:id="R97f7f060c96c4275"/>
    <p:sldId xmlns:r="http://schemas.openxmlformats.org/officeDocument/2006/relationships" id="262" r:id="R7c786bcd06134060"/>
    <p:sldId xmlns:r="http://schemas.openxmlformats.org/officeDocument/2006/relationships" id="263" r:id="R1b297595f1a64cf5"/>
    <p:sldId xmlns:r="http://schemas.openxmlformats.org/officeDocument/2006/relationships" id="264" r:id="R27c817ca4c094453"/>
    <p:sldId xmlns:r="http://schemas.openxmlformats.org/officeDocument/2006/relationships" id="265" r:id="R84f104d6505d499e"/>
    <p:sldId xmlns:r="http://schemas.openxmlformats.org/officeDocument/2006/relationships" id="266" r:id="R360890f98ee14dc1"/>
  </p:sldIdLst>
  <p:sldSz cx="10058400" cy="7772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8a3d7643b94f17" /><Relationship Type="http://schemas.openxmlformats.org/officeDocument/2006/relationships/slideMaster" Target="/ppt/slideMasters/slideMaster1.xml" Id="R27e4524e85fd48dc" /><Relationship Type="http://schemas.openxmlformats.org/officeDocument/2006/relationships/notesMaster" Target="/ppt/notesMasters/notesMaster1.xml" Id="R54b2c7c768c54c42" /><Relationship Type="http://schemas.openxmlformats.org/officeDocument/2006/relationships/presProps" Target="/ppt/presProps.xml" Id="R4a6ee0007a284fff" /><Relationship Type="http://schemas.openxmlformats.org/officeDocument/2006/relationships/tableStyles" Target="/ppt/tableStyles.xml" Id="Rdb3dc10d90ae4783" /><Relationship Type="http://schemas.openxmlformats.org/officeDocument/2006/relationships/slide" Target="/ppt/slides/slide1.xml" Id="R23ac4256f2c34f39" /><Relationship Type="http://schemas.openxmlformats.org/officeDocument/2006/relationships/slide" Target="/ppt/slides/slide2.xml" Id="R850233780305421e" /><Relationship Type="http://schemas.openxmlformats.org/officeDocument/2006/relationships/slide" Target="/ppt/slides/slide3.xml" Id="R6f1f373bc6824d23" /><Relationship Type="http://schemas.openxmlformats.org/officeDocument/2006/relationships/slide" Target="/ppt/slides/slide4.xml" Id="R9452f192b07c48de" /><Relationship Type="http://schemas.openxmlformats.org/officeDocument/2006/relationships/slide" Target="/ppt/slides/slide5.xml" Id="R76940bde61444c16" /><Relationship Type="http://schemas.openxmlformats.org/officeDocument/2006/relationships/slide" Target="/ppt/slides/slide6.xml" Id="R97f7f060c96c4275" /><Relationship Type="http://schemas.openxmlformats.org/officeDocument/2006/relationships/slide" Target="/ppt/slides/slide7.xml" Id="R7c786bcd06134060" /><Relationship Type="http://schemas.openxmlformats.org/officeDocument/2006/relationships/slide" Target="/ppt/slides/slide8.xml" Id="R1b297595f1a64cf5" /><Relationship Type="http://schemas.openxmlformats.org/officeDocument/2006/relationships/slide" Target="/ppt/slides/slide9.xml" Id="R27c817ca4c094453" /><Relationship Type="http://schemas.openxmlformats.org/officeDocument/2006/relationships/slide" Target="/ppt/slides/slide10.xml" Id="R84f104d6505d499e" /><Relationship Type="http://schemas.openxmlformats.org/officeDocument/2006/relationships/slide" Target="/ppt/slides/slide11.xml" Id="R360890f98ee14d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3c44fe8116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69eb81b56441e3" /><Relationship Type="http://schemas.openxmlformats.org/officeDocument/2006/relationships/notesMaster" Target="/ppt/notesMasters/notesMaster1.xml" Id="R9569616cd88b47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ddbe95da446ed" /><Relationship Type="http://schemas.openxmlformats.org/officeDocument/2006/relationships/notesMaster" Target="/ppt/notesMasters/notesMaster1.xml" Id="R9fae0e72715a46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6ebb177b364d89" /><Relationship Type="http://schemas.openxmlformats.org/officeDocument/2006/relationships/notesMaster" Target="/ppt/notesMasters/notesMaster1.xml" Id="R4bfa07f818be48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f5c2b1a6484289" /><Relationship Type="http://schemas.openxmlformats.org/officeDocument/2006/relationships/notesMaster" Target="/ppt/notesMasters/notesMaster1.xml" Id="R53b2312415cf41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bfbceabf024f8e" /><Relationship Type="http://schemas.openxmlformats.org/officeDocument/2006/relationships/notesMaster" Target="/ppt/notesMasters/notesMaster1.xml" Id="Rdcf0af6cd12b44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33da1b4cf0a4f40" /><Relationship Type="http://schemas.openxmlformats.org/officeDocument/2006/relationships/notesMaster" Target="/ppt/notesMasters/notesMaster1.xml" Id="R99ea7b12597041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07522e8177425e" /><Relationship Type="http://schemas.openxmlformats.org/officeDocument/2006/relationships/notesMaster" Target="/ppt/notesMasters/notesMaster1.xml" Id="R4a55c3f202d04b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315e79c43b4dd6" /><Relationship Type="http://schemas.openxmlformats.org/officeDocument/2006/relationships/notesMaster" Target="/ppt/notesMasters/notesMaster1.xml" Id="Rdd0ef26546544d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1e37abeff448df" /><Relationship Type="http://schemas.openxmlformats.org/officeDocument/2006/relationships/notesMaster" Target="/ppt/notesMasters/notesMaster1.xml" Id="R77767a2eb0f840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0f17621d57e4b98" /><Relationship Type="http://schemas.openxmlformats.org/officeDocument/2006/relationships/notesMaster" Target="/ppt/notesMasters/notesMaster1.xml" Id="R970e9e93a4a44e3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861fe8b97546d5" /><Relationship Type="http://schemas.openxmlformats.org/officeDocument/2006/relationships/notesMaster" Target="/ppt/notesMasters/notesMaster1.xml" Id="Rac1adac91c1f4c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6c3cfbc23643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fa034de46f4b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cb5fa038544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30ea48b229455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06aaba99ff46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cd8c1e93a47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BA3E13E-7C4A-4BF4-BBD7-DEE264E0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2504440"/>
            <a:ext cx="502920" cy="43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877E9A-D348-487F-989E-5D9972BCA1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5840" y="2936240"/>
            <a:ext cx="8046720" cy="1122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157EB5D-1244-4BDA-A15D-DA6343FC82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8760" y="4274820"/>
            <a:ext cx="704088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64F064D-3435-462D-8B6F-3AE8E1A2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7740" y="2806700"/>
            <a:ext cx="502920" cy="43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9FABA5-A77B-4600-8B15-BA2A1215FC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05840" y="3238500"/>
            <a:ext cx="804672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05EDDA1D-5B91-4571-B003-AC26E1D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" y="1727200"/>
            <a:ext cx="502920" cy="43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8FED66-AB53-4BF1-A04B-AE091772BA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5785" y="604520"/>
            <a:ext cx="8926830" cy="94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2E5688FD-8230-4CAD-8B25-2DB1FFA353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5785" y="2159000"/>
            <a:ext cx="8926830" cy="483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859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1pPr>
            <a:lvl2pPr marL="44005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2pPr>
            <a:lvl3pPr marL="69151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3pPr>
            <a:lvl4pPr marL="94297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4pPr>
            <a:lvl5pPr marL="119443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5pPr>
            <a:lvl6pPr marL="144589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6pPr>
            <a:lvl7pPr marL="169735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7pPr>
            <a:lvl8pPr marL="194881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8pPr>
            <a:lvl9pPr marL="220027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25D3FCF-E407-4C0E-ADD2-66E0CAEC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" y="1727200"/>
            <a:ext cx="502920" cy="43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E8CD87-4C87-44D8-9A64-95A3B97D09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5785" y="604520"/>
            <a:ext cx="8926830" cy="94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6DB76A-C75C-4522-97B9-9BD90A0371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5785" y="2159000"/>
            <a:ext cx="4149090" cy="483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859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1pPr>
            <a:lvl2pPr marL="44005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2pPr>
            <a:lvl3pPr marL="69151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3pPr>
            <a:lvl4pPr marL="94297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4pPr>
            <a:lvl5pPr marL="119443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5pPr>
            <a:lvl6pPr marL="144589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6pPr>
            <a:lvl7pPr marL="169735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7pPr>
            <a:lvl8pPr marL="194881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8pPr>
            <a:lvl9pPr marL="220027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EF1F3DC-47CE-48C5-AC8D-8806E40D7D1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343525" y="2159000"/>
            <a:ext cx="4149090" cy="483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859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1pPr>
            <a:lvl2pPr marL="44005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2pPr>
            <a:lvl3pPr marL="69151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3pPr>
            <a:lvl4pPr marL="94297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4pPr>
            <a:lvl5pPr marL="119443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5pPr>
            <a:lvl6pPr marL="144589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6pPr>
            <a:lvl7pPr marL="169735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7pPr>
            <a:lvl8pPr marL="194881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8pPr>
            <a:lvl9pPr marL="220027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C7C4C7B-D7AB-453A-A1F1-F345B09C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" y="1727200"/>
            <a:ext cx="502920" cy="4318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F2C448-3B0B-442A-98A8-7EE5E92EBD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5785" y="604520"/>
            <a:ext cx="8926830" cy="94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E32E40-E98D-4988-94E5-68150F5AF0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5785" y="2159000"/>
            <a:ext cx="4149090" cy="4836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8859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1pPr>
            <a:lvl2pPr marL="44005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2pPr>
            <a:lvl3pPr marL="69151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3pPr>
            <a:lvl4pPr marL="94297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4pPr>
            <a:lvl5pPr marL="119443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5pPr>
            <a:lvl6pPr marL="144589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6pPr>
            <a:lvl7pPr marL="169735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7pPr>
            <a:lvl8pPr marL="194881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8pPr>
            <a:lvl9pPr marL="2200275" indent="-188595">
              <a:lnSpc>
                <a:spcPct val="110000"/>
              </a:lnSpc>
              <a:spcBef>
                <a:spcPts val="0"/>
              </a:spcBef>
              <a:spcAft>
                <a:spcPts val="99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e9a62a30c747f8" /><Relationship Type="http://schemas.openxmlformats.org/officeDocument/2006/relationships/slideLayout" Target="/ppt/slideLayouts/slideLayout1.xml" Id="Rd8a101ed8c674c1e" /><Relationship Type="http://schemas.openxmlformats.org/officeDocument/2006/relationships/slideLayout" Target="/ppt/slideLayouts/slideLayout2.xml" Id="R7db22c14bf204655" /><Relationship Type="http://schemas.openxmlformats.org/officeDocument/2006/relationships/slideLayout" Target="/ppt/slideLayouts/slideLayout3.xml" Id="R0cf3bee24e624de8" /><Relationship Type="http://schemas.openxmlformats.org/officeDocument/2006/relationships/slideLayout" Target="/ppt/slideLayouts/slideLayout4.xml" Id="Rbcdc79700f0e4dc2" /><Relationship Type="http://schemas.openxmlformats.org/officeDocument/2006/relationships/slideLayout" Target="/ppt/slideLayouts/slideLayout5.xml" Id="R754ab74ab7a74936" /><Relationship Type="http://schemas.openxmlformats.org/officeDocument/2006/relationships/slideLayout" Target="/ppt/slideLayouts/slideLayout6.xml" Id="Rec3a61fc47f748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a101ed8c674c1e"/>
    <p:sldLayoutId xmlns:r="http://schemas.openxmlformats.org/officeDocument/2006/relationships" id="2147483650" r:id="R7db22c14bf204655"/>
    <p:sldLayoutId xmlns:r="http://schemas.openxmlformats.org/officeDocument/2006/relationships" id="2147483651" r:id="R0cf3bee24e624de8"/>
    <p:sldLayoutId xmlns:r="http://schemas.openxmlformats.org/officeDocument/2006/relationships" id="2147483652" r:id="Rbcdc79700f0e4dc2"/>
    <p:sldLayoutId xmlns:r="http://schemas.openxmlformats.org/officeDocument/2006/relationships" id="2147483653" r:id="R754ab74ab7a74936"/>
    <p:sldLayoutId xmlns:r="http://schemas.openxmlformats.org/officeDocument/2006/relationships" id="2147483654" r:id="Rec3a61fc47f748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9bacd2c22f42a8" /><Relationship Type="http://schemas.openxmlformats.org/officeDocument/2006/relationships/image" Target="/ppt/media/image.png" Id="Rb771935ea4194cd2" /><Relationship Type="http://schemas.openxmlformats.org/officeDocument/2006/relationships/notesSlide" Target="/ppt/notesSlides/notesSlide1.xml" Id="Rb901d9dc480243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ab5bac79234694" /><Relationship Type="http://schemas.openxmlformats.org/officeDocument/2006/relationships/image" Target="/ppt/media/image2.png" Id="Recb8994c9a884590" /><Relationship Type="http://schemas.openxmlformats.org/officeDocument/2006/relationships/notesSlide" Target="/ppt/notesSlides/notesSlide2.xml" Id="R432067a469f940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698ddca91401d" /><Relationship Type="http://schemas.openxmlformats.org/officeDocument/2006/relationships/image" Target="/ppt/media/image3.png" Id="R0c7d0b2517bd4765" /><Relationship Type="http://schemas.openxmlformats.org/officeDocument/2006/relationships/notesSlide" Target="/ppt/notesSlides/notesSlide3.xml" Id="Rf4ceed91af624c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c557b6300243ec" /><Relationship Type="http://schemas.openxmlformats.org/officeDocument/2006/relationships/image" Target="/ppt/media/image4.png" Id="R1e21a92a731c437b" /><Relationship Type="http://schemas.openxmlformats.org/officeDocument/2006/relationships/notesSlide" Target="/ppt/notesSlides/notesSlide4.xml" Id="R191f9c0ca42643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103257d996461c" /><Relationship Type="http://schemas.openxmlformats.org/officeDocument/2006/relationships/image" Target="/ppt/media/image5.png" Id="Rd3d526d88ff84b9f" /><Relationship Type="http://schemas.openxmlformats.org/officeDocument/2006/relationships/notesSlide" Target="/ppt/notesSlides/notesSlide5.xml" Id="R670b618ab04d47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2484ed2bfb4929" /><Relationship Type="http://schemas.openxmlformats.org/officeDocument/2006/relationships/image" Target="/ppt/media/image6.png" Id="R38355838cb7a42bf" /><Relationship Type="http://schemas.openxmlformats.org/officeDocument/2006/relationships/notesSlide" Target="/ppt/notesSlides/notesSlide6.xml" Id="Raf4b45f8826e45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18e088c32c43ae" /><Relationship Type="http://schemas.openxmlformats.org/officeDocument/2006/relationships/image" Target="/ppt/media/image7.png" Id="R8ce6b50d15564d88" /><Relationship Type="http://schemas.openxmlformats.org/officeDocument/2006/relationships/notesSlide" Target="/ppt/notesSlides/notesSlide7.xml" Id="R8872d0e275fc4a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30ff69165f64d5b" /><Relationship Type="http://schemas.openxmlformats.org/officeDocument/2006/relationships/image" Target="/ppt/media/image8.png" Id="R7c967e46286947c4" /><Relationship Type="http://schemas.openxmlformats.org/officeDocument/2006/relationships/notesSlide" Target="/ppt/notesSlides/notesSlide8.xml" Id="R24cdf7d70a884d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624af17d444cff" /><Relationship Type="http://schemas.openxmlformats.org/officeDocument/2006/relationships/image" Target="/ppt/media/image9.png" Id="R0c02aa6ae45c4759" /><Relationship Type="http://schemas.openxmlformats.org/officeDocument/2006/relationships/notesSlide" Target="/ppt/notesSlides/notesSlide9.xml" Id="R3b22a6cee63044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bb0738517d40f1" /><Relationship Type="http://schemas.openxmlformats.org/officeDocument/2006/relationships/image" Target="/ppt/media/image10.png" Id="Ra6f9093eb8b8415e" /><Relationship Type="http://schemas.openxmlformats.org/officeDocument/2006/relationships/notesSlide" Target="/ppt/notesSlides/notesSlide10.xml" Id="R711ecc0bb67840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2a4ef5b5b6419a" /><Relationship Type="http://schemas.openxmlformats.org/officeDocument/2006/relationships/image" Target="/ppt/media/image11.png" Id="Recf911b5938245c5" /><Relationship Type="http://schemas.openxmlformats.org/officeDocument/2006/relationships/notesSlide" Target="/ppt/notesSlides/notesSlide11.xml" Id="Re5894abfb1da49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1935ea4194cd2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2C443-969E-4B3A-9875-7A3FC02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277656-8281-4462-B161-2698CCF1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B26A5-B7BE-4A14-90D1-CCDB7F72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14450"/>
            <a:ext cx="66675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19654-527C-4A43-9ACB-A9FD4627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50818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b8994c9a884590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6BD33-542A-4966-A944-45AA40A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B424C-6EDA-4061-ADDD-671F054D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62878-1711-4661-B8A5-FBF0498C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A3670-E672-415B-B8D0-0304B0A8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E5B50-53ED-43B5-9C63-A04D11B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1359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d0b2517bd4765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3A2C1-22B1-4914-9558-1F6DA585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12F34F-5C2C-465F-AB1E-00B4FDD5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6CF4E-D891-4E53-8749-57335A16E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31D5B-CDC0-4A03-BE1B-393027EA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55461-CD45-4898-8ADF-A856CBF7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41389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1a92a731c437b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9B997-96E3-4A10-93CD-CFCC53D6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AA3DDF-5CC4-4F07-AE60-3560A50A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F0AF8-B237-40B0-A767-7D3A5FBE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973D6-D64C-4672-947A-11093E58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36ABB-3BF8-431A-A981-D80043B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2173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526d88ff84b9f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A6CCF-0FF1-4072-8265-5B4CF559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81646-90C2-48FD-B674-551E5ED8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6E0B09-9A71-4072-ACD3-492EBEB0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CBE6B-4136-4365-BE2D-D3B0DFE1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789CA-F4BB-4BEF-990B-F833F465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671455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355838cb7a42bf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DA87B-81F2-4D05-88AC-EE091D4A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C0791-A8DB-4181-93F2-7F19FA30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4DD36-1495-4B18-BDAC-3D41672B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694FE-7C68-4558-B711-137AF931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E0FE6-A23C-4834-8C9D-F2023CF0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7857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6b50d15564d88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D17A2-518D-4D57-97D2-5F6B6E5D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1BBFA-49BC-445E-A0FF-4D98AC20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DEF6C-8468-4C9A-852A-84918AE8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30EAA-8B63-47E2-9A53-7CB104B6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8F01A-8DFB-4CFB-9B51-1BEB8339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163673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67e46286947c4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A21DB1-789B-4FD6-B7D9-A793D899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2A899-B5B6-4D26-9DA0-C6ACDED6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70E8A-BD96-4D1B-9619-B14C315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3FCDE-4AE0-4BCC-A247-6CF99D2B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3A610-506C-410A-8A53-33D6D8E7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79603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2aa6ae45c4759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A0EC9-5E32-440D-B3B8-12AA36D4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2A466-7FFE-4BA5-AE42-746CBC76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CDB728-E66F-4EA0-AFD2-345EA782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F0EE75-E952-42F2-8D4B-52054E33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71C20-699D-47A0-A185-F637444D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673686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9093eb8b8415e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21626-1EF4-4BBA-8E49-776D8437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E07C9A-B226-4D3D-BFE3-9A1264AA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311BE0-411C-403A-A32A-B4DF9B3B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62853-43D6-4DA7-8BCC-FDCE1EC7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7810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7DB4E-CA60-42C6-BB0F-17B506B9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5727E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5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012800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911b5938245c5"/>
          <a:stretch xmlns:a="http://schemas.openxmlformats.org/drawingml/2006/main"/>
        </p:blipFill>
        <p:spPr>
          <a:xfrm xmlns:a="http://schemas.openxmlformats.org/drawingml/2006/main">
            <a:off x="0" y="0"/>
            <a:ext cx="10058400" cy="77724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2845C-F31F-4AA9-BD5E-F4FB76F1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058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5C6EA-E45C-4683-8B79-64C5B618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0"/>
            <a:ext cx="140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7E3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E29D5-AB77-40C6-A0F9-38A7F599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314450"/>
            <a:ext cx="66675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B661AE-FADF-406F-B463-E9080DA3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737235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85314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2026-10-02T17:53:10.9130000Z</dcterms:created>
  <dcterms:modified xsi:type="dcterms:W3CDTF">2026-10-02T17:53:10.9130000Z</dcterms:modified>
</coreProperties>
</file>